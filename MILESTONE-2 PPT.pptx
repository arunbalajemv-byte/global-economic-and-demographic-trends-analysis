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45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83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103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42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89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82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3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9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7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3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1BB8F28-B314-4A35-98B8-173B4F246D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F822AD7-3F01-4156-9FCC-44F56D952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72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F0C9-3C94-BC30-4FEA-CAA1786ED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Global Population, GDP &amp; Social Economic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A67E2-FF58-A5FB-31C6-DBD4807CC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3858" y="4222392"/>
            <a:ext cx="4316361" cy="1568808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NAME : ARUN BALAJE </a:t>
            </a:r>
          </a:p>
          <a:p>
            <a:pPr algn="l"/>
            <a:r>
              <a:rPr lang="en-IN" sz="2800" b="1" dirty="0"/>
              <a:t>DOMAIN : DA DS</a:t>
            </a:r>
          </a:p>
          <a:p>
            <a:pPr algn="l"/>
            <a:r>
              <a:rPr lang="en-IN" sz="2800" b="1" dirty="0"/>
              <a:t>BATCH : AUG B</a:t>
            </a:r>
          </a:p>
        </p:txBody>
      </p:sp>
    </p:spTree>
    <p:extLst>
      <p:ext uri="{BB962C8B-B14F-4D97-AF65-F5344CB8AC3E}">
        <p14:creationId xmlns:p14="http://schemas.microsoft.com/office/powerpoint/2010/main" val="191360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C3D0-DA9D-9031-BE84-873973F4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B4454-6CB3-F108-1EB1-E95BDB776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global population and economic data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regions and countries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GDP, literacy, infant mortality, and growth trends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interactive Power BI dashboards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0357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A8A8-16FB-6B61-AB46-45F11952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F3AA-1AA9-6833-B2DF-1196A0A3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Population Analysis: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C8B8-A337-64D8-3409-D91E2E821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Asia has the highest population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Oceania and Baltics have the lowest population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distribution is uneven across regions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320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B9B5F-7543-5426-0F3A-A7823EFD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9DEC-08F2-EDAB-B16E-5C034280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GDP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B8BE-EDF8-96C5-50A3-D7AFD96D8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Western Europe and Northern America have highest average GDP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Sub-Saharan Africa has the lowest average GDP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 does not directly depend on population size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1331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ED11-347C-A106-FFC1-7E9D87F7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04CE-72E5-A671-2EAE-4C3AD75D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Infant Mortality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070E2-8EEE-19A3-A993-57FD9C201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infant mortality in low-income countries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countries show very low infant mortality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quality strongly impacts mortality rates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5978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C5F2-079A-A055-713B-D7BEE105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9586-5C37-7D06-726B-F583A9FE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Literacy Rate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93E1-6D5D-953E-DC9E-0AA1608ED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Europe shows near 100% literacy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Sub-Saharan Africa has the lowest literacy rate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literacy supports better economic performance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2372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C927-F046-78D4-2D1E-F04708FF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56" y="236050"/>
            <a:ext cx="4299523" cy="150876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>
                    <a:lumMod val="25000"/>
                  </a:schemeClr>
                </a:solidFill>
              </a:rPr>
              <a:t>DASH BOARD:</a:t>
            </a:r>
            <a:endParaRPr lang="en-IN" sz="4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3F307-B1A6-6898-F2D2-99149FCEE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5" t="5359" r="1316"/>
          <a:stretch>
            <a:fillRect/>
          </a:stretch>
        </p:blipFill>
        <p:spPr>
          <a:xfrm>
            <a:off x="475324" y="1474840"/>
            <a:ext cx="10848062" cy="538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92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210A-10CD-9659-E69D-0BED4AC1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3F8B-763F-7D9B-997A-4A136061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Growth Trends: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FC0B2-8DDF-BF2E-E933-267CC16B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regions show negative population growth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literacy correlates with higher GDP per capita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 and healthcare influence long-term growth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05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0D33-89EF-5262-0A8D-D341829C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C04E-4004-3BE8-ECB1-A3E41966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INSIGHTS 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C039C-5B62-B2AE-4D98-2684AF9FC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792936"/>
            <a:ext cx="9784080" cy="4424984"/>
          </a:xfrm>
        </p:spPr>
        <p:txBody>
          <a:bodyPr>
            <a:noAutofit/>
          </a:bodyPr>
          <a:lstStyle/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Asia has the highest population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, while Oceania and Baltics have the lowest.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Western Europe and Northern America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 show the </a:t>
            </a:r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highest average GDP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 despite smaller populations.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High population does not always mean high GDP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, showing economic imbalance across regions.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Infant mortality is highest in low-GDP countries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, indicating healthcare inequality.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Developed regions have very low infant mortality rates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Literacy rates are highest in Europe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 and lowest in Sub-Saharan Africa.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Higher literacy is linked to higher GDP per capita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Some developed regions show </a:t>
            </a:r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negative population growth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, while developing regions continue to grow.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Countries with </a:t>
            </a:r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better education and healthcare perform better economically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The dashboard clearly shows </a:t>
            </a:r>
            <a:r>
              <a:rPr lang="en-US" sz="2400" b="1" baseline="30000" dirty="0">
                <a:latin typeface="22"/>
                <a:cs typeface="Times New Roman" panose="02020603050405020304" pitchFamily="18" charset="0"/>
              </a:rPr>
              <a:t>regional disparities in population, economy, and social indicators</a:t>
            </a:r>
            <a:r>
              <a:rPr lang="en-US" sz="2400" baseline="30000" dirty="0">
                <a:latin typeface="22"/>
                <a:cs typeface="Times New Roman" panose="02020603050405020304" pitchFamily="18" charset="0"/>
              </a:rPr>
              <a:t>.</a:t>
            </a:r>
            <a:endParaRPr lang="en-US" sz="2400" dirty="0">
              <a:latin typeface="22"/>
              <a:cs typeface="Times New Roman" panose="02020603050405020304" pitchFamily="18" charset="0"/>
            </a:endParaRPr>
          </a:p>
          <a:p>
            <a:endParaRPr lang="en-IN" sz="2400" dirty="0">
              <a:latin typeface="22"/>
            </a:endParaRPr>
          </a:p>
          <a:p>
            <a:endParaRPr lang="en-IN" sz="2400" dirty="0">
              <a:latin typeface="22"/>
            </a:endParaRPr>
          </a:p>
        </p:txBody>
      </p:sp>
    </p:spTree>
    <p:extLst>
      <p:ext uri="{BB962C8B-B14F-4D97-AF65-F5344CB8AC3E}">
        <p14:creationId xmlns:p14="http://schemas.microsoft.com/office/powerpoint/2010/main" val="16725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C202-AA3D-9C1B-5F01-6E899A00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348D-62DB-BA09-2C2A-EF0CEB42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RECOMMENDATION 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62E0-51D3-B320-4DF9-29FF666E3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 education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low-literacy regions to support economic growth.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 healthcare 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reduce infant mortality rates.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 job opportunities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high-population regions to manage population pressure.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 in infrastructure and industries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low-GDP regions.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data dashboards regularly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 better policy and planning decisions.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 skill development programs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increase productivity.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 population growth trends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plan future resources effectively.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18849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14</TotalTime>
  <Words>369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22</vt:lpstr>
      <vt:lpstr>Arial</vt:lpstr>
      <vt:lpstr>Arial Black</vt:lpstr>
      <vt:lpstr>Corbel</vt:lpstr>
      <vt:lpstr>Times New Roman</vt:lpstr>
      <vt:lpstr>Wingdings</vt:lpstr>
      <vt:lpstr>Banded</vt:lpstr>
      <vt:lpstr>Global Population, GDP &amp; Social Economic Analysis</vt:lpstr>
      <vt:lpstr>Project Overview:</vt:lpstr>
      <vt:lpstr>Population Analysis: </vt:lpstr>
      <vt:lpstr>GDP Analysis:</vt:lpstr>
      <vt:lpstr>Infant Mortality Analysis </vt:lpstr>
      <vt:lpstr>Literacy Rate Analysis:</vt:lpstr>
      <vt:lpstr>DASH BOARD:</vt:lpstr>
      <vt:lpstr>Growth Trends:</vt:lpstr>
      <vt:lpstr>INSIGHTS : </vt:lpstr>
      <vt:lpstr>RECOMMENDATION 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ARUNBALAJE MV</dc:creator>
  <cp:lastModifiedBy>ARUNBALAJE MV</cp:lastModifiedBy>
  <cp:revision>1</cp:revision>
  <dcterms:created xsi:type="dcterms:W3CDTF">2026-02-03T05:13:56Z</dcterms:created>
  <dcterms:modified xsi:type="dcterms:W3CDTF">2026-02-03T05:29:35Z</dcterms:modified>
</cp:coreProperties>
</file>